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Basics &amp; AI Integration using Gemini LLM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Corporate Training for Senior Associates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1. Introduction to Python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2. Installing Python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3. Basic Concepts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4. Control Structures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5. Functions and OOP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6. Using Python in AI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7. Gemini LLM Integration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8. Hands-on Examples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9. Exercises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High-level, interpreted programming language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Easy to learn and widely used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Applications: Web Development, Data Science, Automation,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Simple syntax and readability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Large community support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Rich ecosystem of libraries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Strong use in AI and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1. Visit python.org and download Python 3.x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2. Run the installer and select “Add Python to PATH”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3. Verify installation using command: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python --version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Virtual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Create a virtual environment: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python -m venv myenv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Activate it: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Windows: myenv\Scripts\activate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Mac/Linux: source myenv/bin/activate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Install required packages: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pip install numpy pandas gemini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Basics -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a = 10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b = 3.14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name = "Alice"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is_active = True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print(a, b, name, is_active)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int, float, str, bool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list = [1, 2, 3]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tuple = (1, 2, 3)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dict = {"name": "John", "age": 30}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set = {1, 2, 3}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if a &gt; 5: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print("a is greater than 5")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else: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print("a is less or equal")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for i in range(3):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print(i)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while a &gt; 0: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a -=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def greet(name):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return f"Hello, {name}!"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print(greet("Alice"))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&amp;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class Person: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def __init__(self, name):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    self.name = name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def greet(self):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        return f"Hi, I am {self.name}"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 = Person("Bob")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print(p.greet())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Libraries: numpy, pandas, scikit-learn, tensorflow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Used for: data preprocessing, model training, automation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Easily integrates with APIs for AI/ML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Gemini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Large Language Model by Google DeepMind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Supports text generation, summarization, reasoning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Can integrate with Python for AI-driven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Up Gemini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Install Gemini: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pip install gemini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Import and configure: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import gemini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model = gemini.openai.CompletionEngine()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Example - Text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prompt = "What are the benefits of AI in business?"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response = model.complete(prompt)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print(response['choices'][0]['text'])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Example -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prompt = "Explain data preprocessing in machine learning."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response = model.complete(prompt)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print(response['choices'][0]['text'])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Write a Python program to greet users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Use Gemini to summarize a paragraph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Create a chatbot using Gemini API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Write a function to calculate factorial of a number.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Use both for loop and recursion.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Create a class `Calculator` with methods for addition, subtraction,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multiplication, and division.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Use Gemini API to generate 3 creative business taglines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for an insurance company.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Python is beginner-friendly and powerful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Essential for AI and data applications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Gemini LLM enhances AI-driven workflows</a:t>
            </a:r>
          </a:p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• Practice coding regularly!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Calibri"/>
              </a:defRPr>
            </a:pPr>
            <a:r>
              <a:t>Any questions or clarifications?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