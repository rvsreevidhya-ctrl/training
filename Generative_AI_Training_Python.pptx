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Generative AI using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An introduction to GenAI, LLMs, Chatbots, RAG &amp; Multi-Agent Systems</a:t>
            </a:r>
          </a:p>
          <a:p/>
          <a:p>
            <a:r>
              <a:t>Presenter: AI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What is Generative AI?</a:t>
            </a:r>
          </a:p>
          <a:p>
            <a:pPr/>
            <a:r>
              <a:t>2. Evolution of LLMs</a:t>
            </a:r>
          </a:p>
          <a:p>
            <a:pPr/>
            <a:r>
              <a:t>3. Accessing Free LLMs using Python</a:t>
            </a:r>
          </a:p>
          <a:p>
            <a:pPr/>
            <a:r>
              <a:t>4. Simple Chatbot</a:t>
            </a:r>
          </a:p>
          <a:p>
            <a:pPr/>
            <a:r>
              <a:t>5. RAG (Retrieval-Augmented Generation)</a:t>
            </a:r>
          </a:p>
          <a:p>
            <a:pPr/>
            <a:r>
              <a:t>6. Multi-Agent Systems</a:t>
            </a:r>
          </a:p>
          <a:p>
            <a:pPr/>
            <a:r>
              <a:t>7. Real-world Use Cases</a:t>
            </a:r>
          </a:p>
          <a:p>
            <a:pPr/>
            <a:r>
              <a:t>8.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- AI that generates text, images, or code</a:t>
            </a:r>
          </a:p>
          <a:p>
            <a:pPr/>
            <a:r>
              <a:t>- Uses Large Language Models (LLMs)</a:t>
            </a:r>
          </a:p>
          <a:p>
            <a:pPr/>
            <a:r>
              <a:t>- Built on Transformer architecture</a:t>
            </a:r>
          </a:p>
          <a:p>
            <a:pPr/>
            <a:r>
              <a:t>- Trained on massive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2018 - GPT (OpenAI)</a:t>
            </a:r>
          </a:p>
          <a:p>
            <a:pPr/>
            <a:r>
              <a:t>2020 - GPT-3 (OpenAI)</a:t>
            </a:r>
          </a:p>
          <a:p>
            <a:pPr/>
            <a:r>
              <a:t>2023 - LLaMA (Meta)</a:t>
            </a:r>
          </a:p>
          <a:p>
            <a:pPr/>
            <a:r>
              <a:t>2024 - Gemini (Google)</a:t>
            </a:r>
          </a:p>
          <a:p>
            <a:pPr/>
            <a:r>
              <a:t>2024 - Mistral (Open Source)</a:t>
            </a:r>
          </a:p>
          <a:p>
            <a:pPr/>
            <a:r>
              <a:t>2025 - DeepSeek, Ollama, Phi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Free LLM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Option 1 – Hugging Face:</a:t>
            </a:r>
          </a:p>
          <a:p>
            <a:r>
              <a:t>from huggingface_hub import InferenceClient</a:t>
            </a:r>
          </a:p>
          <a:p>
            <a:r>
              <a:t>client = InferenceClient('mistralai/Mistral-7B-Instruct')</a:t>
            </a:r>
          </a:p>
          <a:p>
            <a:r>
              <a:t>response = client.text_generation('Explain Generative AI', max_new_tokens=100)</a:t>
            </a:r>
          </a:p>
          <a:p>
            <a:r>
              <a:t>print(response)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Free LLM Models (contd)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Option 2 – Ollama:</a:t>
            </a:r>
          </a:p>
          <a:p>
            <a:r>
              <a:t>import subprocess</a:t>
            </a:r>
          </a:p>
          <a:p>
            <a:r>
              <a:t>result = subprocess.run(['ollama', 'run', 'llama3', 'Explain AI'], capture_output=True, text=True)</a:t>
            </a:r>
          </a:p>
          <a:p>
            <a:r>
              <a:t>print(result.stdout)</a:t>
            </a:r>
          </a:p>
          <a:p/>
          <a:p>
            <a:r>
              <a:t>Option 3 – Gemini:</a:t>
            </a:r>
          </a:p>
          <a:p>
            <a:r>
              <a:t>import google.generativeai as genai</a:t>
            </a:r>
          </a:p>
          <a:p>
            <a:r>
              <a:t>genai.configure(api_key='YOUR_GEMINI_API_KEY')</a:t>
            </a:r>
          </a:p>
          <a:p>
            <a:r>
              <a:t>response = genai.GenerativeModel('gemini-1.5-flash').generate_content('Write a Python haiku')</a:t>
            </a:r>
          </a:p>
          <a:p>
            <a:r>
              <a:t>print(response.text)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import google.generativeai as genai</a:t>
            </a:r>
          </a:p>
          <a:p>
            <a:r>
              <a:t>genai.configure(api_key='YOUR_GEMINI_API_KEY')</a:t>
            </a:r>
          </a:p>
          <a:p>
            <a:r>
              <a:t>chat = genai.GenerativeModel('gemini-1.5-flash').start_chat()</a:t>
            </a:r>
          </a:p>
          <a:p/>
          <a:p>
            <a:r>
              <a:t>while True:</a:t>
            </a:r>
          </a:p>
          <a:p>
            <a:r>
              <a:t>    user = input('You: ')</a:t>
            </a:r>
          </a:p>
          <a:p>
            <a:r>
              <a:t>    if user.lower() in ['exit','quit']:</a:t>
            </a:r>
          </a:p>
          <a:p>
            <a:r>
              <a:t>        break</a:t>
            </a:r>
          </a:p>
          <a:p>
            <a:r>
              <a:t>    print('Bot:', chat.send_message(user).text)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RAG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Steps:</a:t>
            </a:r>
          </a:p>
          <a:p>
            <a:pPr/>
            <a:r>
              <a:t>1. Load your documents (PDF, site)</a:t>
            </a:r>
          </a:p>
          <a:p>
            <a:pPr/>
            <a:r>
              <a:t>2. Split &amp; embed them</a:t>
            </a:r>
          </a:p>
          <a:p>
            <a:pPr/>
            <a:r>
              <a:t>3. Retrieve relevant chunks</a:t>
            </a:r>
          </a:p>
          <a:p>
            <a:pPr/>
            <a:r>
              <a:t>4. Generate answer using LLM +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from langchain_community.document_loaders import PyPDFLoader</a:t>
            </a:r>
          </a:p>
          <a:p>
            <a:r>
              <a:t>from langchain_community.embeddings import HuggingFaceEmbeddings</a:t>
            </a:r>
          </a:p>
          <a:p>
            <a:r>
              <a:t>from langchain_community.vectorstores import FAISS</a:t>
            </a:r>
          </a:p>
          <a:p>
            <a:r>
              <a:t>from langchain_community.llms import Ollama</a:t>
            </a:r>
          </a:p>
          <a:p/>
          <a:p>
            <a:r>
              <a:t>docs = PyPDFLoader('insurance_policies.pdf').load()</a:t>
            </a:r>
          </a:p>
          <a:p>
            <a:r>
              <a:t>embeddings = HuggingFaceEmbeddings()</a:t>
            </a:r>
          </a:p>
          <a:p>
            <a:r>
              <a:t>db = FAISS.from_documents(docs, embeddings)</a:t>
            </a:r>
          </a:p>
          <a:p>
            <a:r>
              <a:t>query = 'What are benefits of mortgage insurance?'</a:t>
            </a:r>
          </a:p>
          <a:p>
            <a:r>
              <a:t>retrieved = db.similarity_search(query, k=3)</a:t>
            </a:r>
          </a:p>
          <a:p>
            <a:r>
              <a:t>llm = Ollama(model='llama3')</a:t>
            </a:r>
          </a:p>
          <a:p>
            <a:r>
              <a:t>answer = llm(f'Context: {retrieved}\nQuestion: {query}')</a:t>
            </a:r>
          </a:p>
          <a:p>
            <a:r>
              <a:t>print(answer)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Concept: Multiple AI agents collaborating</a:t>
            </a:r>
          </a:p>
          <a:p/>
          <a:p>
            <a:r>
              <a:t>Example:</a:t>
            </a:r>
          </a:p>
          <a:p>
            <a:r>
              <a:t>def research_agent(topic):</a:t>
            </a:r>
          </a:p>
          <a:p>
            <a:r>
              <a:t>    return f'Research summary for {topic}'</a:t>
            </a:r>
          </a:p>
          <a:p/>
          <a:p>
            <a:r>
              <a:t>def summarize_agent(data):</a:t>
            </a:r>
          </a:p>
          <a:p>
            <a:r>
              <a:t>    return f'Summary: {data[:50]}...'</a:t>
            </a:r>
          </a:p>
          <a:p/>
          <a:p>
            <a:r>
              <a:t>def coordinator(topic):</a:t>
            </a:r>
          </a:p>
          <a:p>
            <a:r>
              <a:t>    data = research_agent(topic)</a:t>
            </a:r>
          </a:p>
          <a:p>
            <a:r>
              <a:t>    summary = summarize_agent(data)</a:t>
            </a:r>
          </a:p>
          <a:p>
            <a:r>
              <a:t>    return summary</a:t>
            </a:r>
          </a:p>
          <a:p/>
          <a:p>
            <a:r>
              <a:t>print(coordinator('AI in Insurance'))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- AI Customer Support Chatbots</a:t>
            </a:r>
          </a:p>
          <a:p>
            <a:pPr/>
            <a:r>
              <a:t>- Insurance Policy Recommendation</a:t>
            </a:r>
          </a:p>
          <a:p>
            <a:pPr/>
            <a:r>
              <a:t>- Document Summarization</a:t>
            </a:r>
          </a:p>
          <a:p>
            <a:pPr/>
            <a:r>
              <a:t>- Code Assistant / QA Bot</a:t>
            </a:r>
          </a:p>
          <a:p>
            <a:pPr/>
            <a:r>
              <a:t>- Legal and Compliance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- Access free LLMs easily with Python</a:t>
            </a:r>
          </a:p>
          <a:p>
            <a:pPr/>
            <a:r>
              <a:t>- RAG ensures factual answers</a:t>
            </a:r>
          </a:p>
          <a:p>
            <a:pPr/>
            <a:r>
              <a:t>- Multi-agent systems enable collaboration</a:t>
            </a:r>
          </a:p>
          <a:p>
            <a:pPr/>
            <a:r>
              <a:t>- Evaluate AI output for relevance &amp;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